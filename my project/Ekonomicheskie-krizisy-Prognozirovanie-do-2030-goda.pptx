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strument Sans Medium" panose="020B0604020202020204" charset="0"/>
      <p:regular r:id="rId19"/>
    </p:embeddedFont>
    <p:embeddedFont>
      <p:font typeface="Instrument Sans Semi Bold" panose="020B0604020202020204" charset="0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Буриева Шахзода Акмаловна" initials="БША" lastIdx="1" clrIdx="0">
    <p:extLst>
      <p:ext uri="{19B8F6BF-5375-455C-9EA6-DF929625EA0E}">
        <p15:presenceInfo xmlns:p15="http://schemas.microsoft.com/office/powerpoint/2012/main" userId="S-1-5-21-111168470-314465470-3954060129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21T22:25:33.831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70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Экономические кризисы: Прогнозирование до 2030 года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Понимание прошлых кризисов и прогнозирование будущих является ключом к обеспечению экономической стабильности. Этот проект углубляется в анализ экономических потрясений, чтобы предсказать их вероятность в Европе до 2030 </a:t>
            </a:r>
            <a:r>
              <a:rPr lang="en-US" sz="17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года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ru-RU" sz="1750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ru-RU" sz="1750" dirty="0">
              <a:solidFill>
                <a:srgbClr val="5B5F7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endParaRPr lang="ru-RU" sz="1750" dirty="0">
              <a:solidFill>
                <a:srgbClr val="5B5F7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endParaRPr lang="ru-RU" sz="1750" dirty="0">
              <a:solidFill>
                <a:srgbClr val="5B5F7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ru-RU" sz="2400" dirty="0">
                <a:solidFill>
                  <a:srgbClr val="5B5F71"/>
                </a:solidFill>
              </a:rPr>
              <a:t>Буриева Шахзода, Быкова Алина НПМбд-01-23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756" y="830818"/>
            <a:ext cx="5751195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Цель и Задачи Проекта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6756" y="1880473"/>
            <a:ext cx="4262438" cy="2984421"/>
          </a:xfrm>
          <a:prstGeom prst="roundRect">
            <a:avLst>
              <a:gd name="adj" fmla="val 367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96" y="1880473"/>
            <a:ext cx="91440" cy="29844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2984" y="2108121"/>
            <a:ext cx="3738563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Цель: Комплексный Анализ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12984" y="2998946"/>
            <a:ext cx="3738563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Анализ экономических кризисов и прогнозирование их вероятности в европейских странах до 2030 года, предоставляя действенные выводы для лиц, принимающих решения.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83981" y="1880473"/>
            <a:ext cx="4262438" cy="2984421"/>
          </a:xfrm>
          <a:prstGeom prst="roundRect">
            <a:avLst>
              <a:gd name="adj" fmla="val 367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121" y="1880473"/>
            <a:ext cx="91440" cy="29844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0209" y="2108121"/>
            <a:ext cx="3738563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Задача 1: Исторический Анализ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480209" y="2998946"/>
            <a:ext cx="3738563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Исследование данных о кризисах с 1800 по 2016 год для выявления закономерностей и триггеров.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651206" y="1880473"/>
            <a:ext cx="4262438" cy="2984421"/>
          </a:xfrm>
          <a:prstGeom prst="roundRect">
            <a:avLst>
              <a:gd name="adj" fmla="val 367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346" y="1880473"/>
            <a:ext cx="91440" cy="29844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47434" y="2108121"/>
            <a:ext cx="3738563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Задача 2: Идентификация Рисков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9947434" y="2998946"/>
            <a:ext cx="3738563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Анализ факторов риска, специфичных для каждой страны, с целью выявления уникальных уязвимостей.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16756" y="5069681"/>
            <a:ext cx="4262438" cy="2329101"/>
          </a:xfrm>
          <a:prstGeom prst="roundRect">
            <a:avLst>
              <a:gd name="adj" fmla="val 471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96" y="5069681"/>
            <a:ext cx="91440" cy="232910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12984" y="5297329"/>
            <a:ext cx="3738563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Задача 3: Прогнозное Моделирование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1012984" y="6188154"/>
            <a:ext cx="3738563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Разработка модели машинного обучения для точного прогнозирования будущих кризисов.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183981" y="5069681"/>
            <a:ext cx="4262438" cy="2329101"/>
          </a:xfrm>
          <a:prstGeom prst="roundRect">
            <a:avLst>
              <a:gd name="adj" fmla="val 471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121" y="5069681"/>
            <a:ext cx="91440" cy="232910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0209" y="5297329"/>
            <a:ext cx="3738563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Задача 4: Сравнение с Экспертами</a:t>
            </a:r>
            <a:endParaRPr lang="en-US" sz="2400" dirty="0"/>
          </a:p>
        </p:txBody>
      </p:sp>
      <p:sp>
        <p:nvSpPr>
          <p:cNvPr id="22" name="Text 15"/>
          <p:cNvSpPr/>
          <p:nvPr/>
        </p:nvSpPr>
        <p:spPr>
          <a:xfrm>
            <a:off x="5480209" y="6188154"/>
            <a:ext cx="3738563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Сопоставление результатов нашей модели с мнениями ведущих экономических экспертов.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994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Актуальность Темы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48357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Экономические кризисы имеют далеко идущие последствия, затрагивающие миллионы людей. В условиях растущей глобальной взаимосвязанности своевременное прогнозирование и понимание этих явлений жизненно важны для предотвращения и смягчения их воздействия.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133951" y="6547366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"История не повторяется, но часто рифмуется."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6292215"/>
            <a:ext cx="30480" cy="873204"/>
          </a:xfrm>
          <a:prstGeom prst="rect">
            <a:avLst/>
          </a:prstGeom>
          <a:solidFill>
            <a:srgbClr val="50546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045" y="717471"/>
            <a:ext cx="5293281" cy="66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Исходные Данные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5" y="1934766"/>
            <a:ext cx="3422928" cy="4335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1045" y="6508552"/>
            <a:ext cx="6315908" cy="812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Количество стран (21) : Austria, Belgium, Denmark, Finland, France, Germany, Greece, Hungary, Iceland, Ireland, Italy, Netherlands, Norway, Poland, Portugal, Romania, Russia, Spain, Sweden, Switzerland, United Kingdom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581067" y="1908334"/>
            <a:ext cx="4369475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Масштабный Набор Данных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581067" y="2516862"/>
            <a:ext cx="6315908" cy="1693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Для нашего исследования мы использовали обширный набор данных, охватывающий более двух столетий экономической активности. Этот набор данных включает в себя широкий спектр макроэкономических показателей, финансовых индексов и социальных факторов.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581067" y="4400431"/>
            <a:ext cx="631590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ВВП и Инфляция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81067" y="4813102"/>
            <a:ext cx="631590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Долг и Дефицит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81067" y="5225772"/>
            <a:ext cx="631590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Процентные Ставки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81067" y="5638443"/>
            <a:ext cx="631590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Показатели Безработицы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581067" y="6051113"/>
            <a:ext cx="631590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Торговые Балансы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79" y="559713"/>
            <a:ext cx="6307336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Анализ на основе данных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79" y="1728073"/>
            <a:ext cx="3195280" cy="445079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133" y="1728073"/>
            <a:ext cx="3059787" cy="52050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75133" y="7161728"/>
            <a:ext cx="5461159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839688" y="1682353"/>
            <a:ext cx="309455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Всего стран в анализе: 21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839688" y="2078593"/>
            <a:ext cx="3094553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Период анализа: 1802 - 2016 гг.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839688" y="2799993"/>
            <a:ext cx="3094553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Самый кризисный год: 1931 (16 кризисов)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839688" y="3521393"/>
            <a:ext cx="3094553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Самая кризисная страна: United Kingdom (35 кризисов)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839688" y="4567952"/>
            <a:ext cx="3094553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2008 год: кризис в 16 странах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839688" y="5289352"/>
            <a:ext cx="3094553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6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1931-1932 гг.: Великая депрессия в 26 странах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283" y="430887"/>
            <a:ext cx="7655362" cy="48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Анализы на основе данных по графикам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83" y="1233726"/>
            <a:ext cx="8338542" cy="300323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283" y="4413171"/>
            <a:ext cx="8234124" cy="22812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283" y="6870621"/>
            <a:ext cx="13533834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283" y="6870622"/>
            <a:ext cx="13533834" cy="928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 основе нашего анализа мы выявили страны с высоким риском кризиса. Эти "красные флаги" включают в себя резкое падение ВВП, высокий уровень безработицы и нестабильность финансового сектора.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8401" y="663893"/>
            <a:ext cx="12148780" cy="48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Анализ экономического кризиса в нескольких странах за 200 лет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01" y="1452204"/>
            <a:ext cx="9360511" cy="31694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8401" y="4484251"/>
            <a:ext cx="13553599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01" y="4903350"/>
            <a:ext cx="9465709" cy="2975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751" y="531733"/>
            <a:ext cx="7184827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Создание Прогнозной Модели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51" y="1643539"/>
            <a:ext cx="6402586" cy="6402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58683" y="1599962"/>
            <a:ext cx="6402586" cy="92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Мы разработали передовую модель ML, способную выявлять сложные закономерности в экономических данных и прогнозировать вероятность кризисов до 2030 года.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558683" y="2721293"/>
            <a:ext cx="3270052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Используемые Библиотеки: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558683" y="3216712"/>
            <a:ext cx="6402586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58683" y="3593663"/>
            <a:ext cx="6402586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58683" y="3970615"/>
            <a:ext cx="6402586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Matplotlib / Seaborn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682" y="4497467"/>
            <a:ext cx="6625093" cy="29453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233" y="568523"/>
            <a:ext cx="7699534" cy="128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Анализ Прогнозируемой Модели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2233" y="2167771"/>
            <a:ext cx="825460" cy="1913572"/>
          </a:xfrm>
          <a:prstGeom prst="roundRect">
            <a:avLst>
              <a:gd name="adj" fmla="val 36002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0122" y="2931081"/>
            <a:ext cx="309562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754029" y="2374106"/>
            <a:ext cx="4196120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Приблизительная Точность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754029" y="2884884"/>
            <a:ext cx="6667738" cy="990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Наша модель демонстрирует приблизительную точность в прогнозировании экономических кризисов, опережая традиционные методы.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2233" y="4287679"/>
            <a:ext cx="825460" cy="1583531"/>
          </a:xfrm>
          <a:prstGeom prst="roundRect">
            <a:avLst>
              <a:gd name="adj" fmla="val 36002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0122" y="4885968"/>
            <a:ext cx="309562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754029" y="4494014"/>
            <a:ext cx="3551158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Идентификация Рисков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754029" y="5004792"/>
            <a:ext cx="6667738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Модель способна выявлять как общие, так и специфические для страны факторы риска.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22233" y="6077545"/>
            <a:ext cx="825460" cy="1583531"/>
          </a:xfrm>
          <a:prstGeom prst="roundRect">
            <a:avLst>
              <a:gd name="adj" fmla="val 36002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0122" y="6675834"/>
            <a:ext cx="309562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754029" y="6283881"/>
            <a:ext cx="3778568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Раннее Предупреждение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754029" y="6794659"/>
            <a:ext cx="6667738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Предоставляет ценные ранние предупреждения, позволяя принимать превентивные меры.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232" y="559594"/>
            <a:ext cx="6586418" cy="63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Анализ обученной модели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57" y="1302010"/>
            <a:ext cx="6080641" cy="29970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4545" y="1814274"/>
            <a:ext cx="6628686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296983" y="6120289"/>
            <a:ext cx="6628686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12232" y="6792873"/>
            <a:ext cx="13205936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2232" y="7347347"/>
            <a:ext cx="13205936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2F90008-EA71-4576-B048-BC19A9EA2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006" y="1322622"/>
            <a:ext cx="4808652" cy="268634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F798F5F-A3CE-4898-A01A-5DBF8A6050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79" y="4536833"/>
            <a:ext cx="6173267" cy="165386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76A6B7B-ADE7-408D-8EA6-11EEEC4586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222" y="4008967"/>
            <a:ext cx="6797629" cy="37569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9872"/>
            <a:ext cx="74496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Анализ обученной модели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22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603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783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506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3686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9867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979B74F-EB68-4CF3-87D1-E881039B3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635" y="1588651"/>
            <a:ext cx="9974927" cy="64959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9057203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Наша Модель vs. Мнение Экспертов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8" y="1550432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26644"/>
            <a:ext cx="3093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574280" y="2319338"/>
            <a:ext cx="6342102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Мы провели сравнительный анализ прогнозов нашей модели с мнениями ведущих европейских экономистов и академиков. В большинстве случаев наблюдается высокая степень совпадения, но в некоторых областях модель выявила неочевидные риски.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415444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Подтверждение общих тенденций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455652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Выявление скрытых угроз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4280" y="4958596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Дополнение экспертного анализа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535</Words>
  <Application>Microsoft Office PowerPoint</Application>
  <PresentationFormat>Произвольный</PresentationFormat>
  <Paragraphs>75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Instrument Sans Medium</vt:lpstr>
      <vt:lpstr>Calibri</vt:lpstr>
      <vt:lpstr>Arial</vt:lpstr>
      <vt:lpstr>Instrument Sans Semi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AKMAL</dc:creator>
  <cp:lastModifiedBy>Буриева Шахзода Акмаловна</cp:lastModifiedBy>
  <cp:revision>4</cp:revision>
  <dcterms:created xsi:type="dcterms:W3CDTF">2025-12-21T18:52:38Z</dcterms:created>
  <dcterms:modified xsi:type="dcterms:W3CDTF">2025-12-21T19:27:51Z</dcterms:modified>
</cp:coreProperties>
</file>